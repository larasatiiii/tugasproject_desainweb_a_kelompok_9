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7026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pembuka: perkenalkan tema proyek — website profil UMKM Pala Raos Bogor, dibuat untuk tugas kelompok Desain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latar belakang pemilihan tema UMKM produk lokal: olahan buah pala khas Bogor, dibuat oleh ibu-ibu setempat secara homemade.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Tampilkan struktur navigasi 4 halaman utama: Beranda, Profil, Galeri, Menu &amp; Harga, semua terhubung lewat nav konsisten dan folder assets terpisah.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5 peran tim. Ganti [Nama 1]–[Nama 5] dengan nama anggota. Setiap anggota harus bisa menjelaskan kontribusinya secara spesifik.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elemen HTML5 yang dipakai (semantik, heading/list, gambar+alt, hyperlink, tabel, atribut) dan fitur CSS3 (custom properties, Flexbox, sticky, hover, shadow).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potongan kode style.css: penggunaan Flexbox pada kartu-grup dan media query untuk tablet dan mobile.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hasil pengujian responsif: desktop (navigasi horizontal, grid 3 kolom), tablet (header menumpuk, profil satu kolom), mobile (1 kolom, font dan gambar mengecil).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breakpoint 900 px dan 560 px serta teknik dasar responsive. Contoh tampilan mobile: Beranda dan Menu &amp; Harga (tabel bisa di-scroll horizontal).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Tampilkan hasil akhir 4 halaman website dan checklist akhir.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2"/>
                </a:solidFill>
              </a:rPr>
              <a:t>Pala Raos Bogor  |  Kelompok 9  |  Desain Web 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2"/>
                </a:solidFill>
              </a:rPr>
              <a:t>Pala Raos Bogor  |  Kelompok 9  |  Desain Web A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63040"/>
            <a:ext cx="51206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Pala" descr="Buah pala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0"/>
            <a:ext cx="31089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60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KELOMPOK  |  DESAIN WEB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63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Pala Raos Bogor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146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Profil UMKM Olahan Buah Pala Khas Bogor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03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9  |  Kelas 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416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murni, tanpa framework  •  Flexbox  •  Responsive Design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Tema: UMKM Olahan Pala Bogor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UMKM rumahan di Cisarua, Bogor yang mengolah buah pala segar menjadi manisan, sirup, selai, dan dodol tanpa bahan pengawet. Diolah secara tradisional oleh ibu-ibu setempat sehingga sisi “homemade” menjadi daya tarik utama.</a:t>
            </a:r>
            <a:endParaRPr lang="en-US" sz="1200" dirty="0"/>
          </a:p>
        </p:txBody>
      </p:sp>
      <p:sp>
        <p:nvSpPr>
          <p:cNvPr id="4" name="Kartu Pala Asli Bogor"/>
          <p:cNvSpPr/>
          <p:nvPr/>
        </p:nvSpPr>
        <p:spPr>
          <a:xfrm>
            <a:off x="457200" y="2011680"/>
            <a:ext cx="41148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5A341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21031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ala Asli Bog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402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2103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 Asli Bogor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23682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Langsung dari kebun Cisarua</a:t>
            </a:r>
            <a:endParaRPr lang="en-US" sz="1100" dirty="0"/>
          </a:p>
        </p:txBody>
      </p:sp>
      <p:sp>
        <p:nvSpPr>
          <p:cNvPr id="9" name="Kartu Tanpa Pengawet"/>
          <p:cNvSpPr/>
          <p:nvPr/>
        </p:nvSpPr>
        <p:spPr>
          <a:xfrm>
            <a:off x="457200" y="2834640"/>
            <a:ext cx="41148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5A3418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2926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Tanpa Pengaw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6324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34440" y="2926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Pengawet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234440" y="31912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Gula asli, diolah tradisional</a:t>
            </a:r>
            <a:endParaRPr lang="en-US" sz="1100" dirty="0"/>
          </a:p>
        </p:txBody>
      </p:sp>
      <p:sp>
        <p:nvSpPr>
          <p:cNvPr id="14" name="Kartu Aneka Olahan"/>
          <p:cNvSpPr/>
          <p:nvPr/>
        </p:nvSpPr>
        <p:spPr>
          <a:xfrm>
            <a:off x="457200" y="3657600"/>
            <a:ext cx="41148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5A3418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94360" y="3749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Aneka Olaha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8862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34440" y="3749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Aneka Olahan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234440" y="40142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Manisan, sirup, selai, dodol</a:t>
            </a:r>
            <a:endParaRPr lang="en-US" sz="1100" dirty="0"/>
          </a:p>
        </p:txBody>
      </p:sp>
      <p:sp>
        <p:nvSpPr>
          <p:cNvPr id="19" name="Kartu Palet"/>
          <p:cNvSpPr/>
          <p:nvPr/>
        </p:nvSpPr>
        <p:spPr>
          <a:xfrm>
            <a:off x="4846320" y="1051560"/>
            <a:ext cx="3840480" cy="347472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5A3418">
                <a:alpha val="12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507492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 Warna &amp; Font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074920" y="1627632"/>
            <a:ext cx="310896" cy="310896"/>
          </a:xfrm>
          <a:prstGeom prst="ellipse">
            <a:avLst/>
          </a:prstGeom>
          <a:solidFill>
            <a:srgbClr val="5A3418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532120" y="16276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Cokelat Tua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0" y="162763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#5A3418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074920" y="2084832"/>
            <a:ext cx="310896" cy="310896"/>
          </a:xfrm>
          <a:prstGeom prst="ellipse">
            <a:avLst/>
          </a:prstGeom>
          <a:solidFill>
            <a:srgbClr val="8A4B2F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532120" y="20848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Cokelat Utama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7315200" y="208483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#8A4B2F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074920" y="2542032"/>
            <a:ext cx="310896" cy="310896"/>
          </a:xfrm>
          <a:prstGeom prst="ellipse">
            <a:avLst/>
          </a:prstGeom>
          <a:solidFill>
            <a:srgbClr val="C97B3D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532120" y="2542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Oranye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0" y="254203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#C97B3D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5074920" y="2999232"/>
            <a:ext cx="310896" cy="310896"/>
          </a:xfrm>
          <a:prstGeom prst="ellipse">
            <a:avLst/>
          </a:prstGeom>
          <a:solidFill>
            <a:srgbClr val="F1DCC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532120" y="29992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Krem Tua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7315200" y="299923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#F1DCC3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5074920" y="3456432"/>
            <a:ext cx="310896" cy="310896"/>
          </a:xfrm>
          <a:prstGeom prst="ellipse">
            <a:avLst/>
          </a:prstGeom>
          <a:solidFill>
            <a:srgbClr val="FDF6EE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5532120" y="34564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Krem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7315200" y="345643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#FDF6EE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5074920" y="39319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Judul: 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Teks: 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Segoe UI</a:t>
            </a:r>
            <a:endParaRPr lang="en-US" sz="12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Sitemap Website</a:t>
            </a:r>
            <a:endParaRPr lang="en-US" sz="2800" dirty="0"/>
          </a:p>
        </p:txBody>
      </p:sp>
      <p:sp>
        <p:nvSpPr>
          <p:cNvPr id="3" name="Kotak Beranda"/>
          <p:cNvSpPr/>
          <p:nvPr/>
        </p:nvSpPr>
        <p:spPr>
          <a:xfrm>
            <a:off x="2926080" y="1051560"/>
            <a:ext cx="32918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92608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Beranda (index.html)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463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 |  Kenapa Pilih Kami  |  Kontak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828800"/>
            <a:ext cx="0" cy="32004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83080" y="2148840"/>
            <a:ext cx="55778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3080" y="2148840"/>
            <a:ext cx="0" cy="2743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2148840"/>
            <a:ext cx="0" cy="2743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60920" y="2148840"/>
            <a:ext cx="0" cy="2743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1" name="Kartu Profil"/>
          <p:cNvSpPr/>
          <p:nvPr/>
        </p:nvSpPr>
        <p:spPr>
          <a:xfrm>
            <a:off x="457200" y="2423160"/>
            <a:ext cx="265176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5A3418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5420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0" descr="Profi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660904"/>
            <a:ext cx="219456" cy="21945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70432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70432" y="2788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profil.html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312724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Cerita usaha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 dan misi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produksi</a:t>
            </a:r>
            <a:endParaRPr lang="en-US" sz="1100" dirty="0"/>
          </a:p>
        </p:txBody>
      </p:sp>
      <p:sp>
        <p:nvSpPr>
          <p:cNvPr id="17" name="Kartu Galeri"/>
          <p:cNvSpPr/>
          <p:nvPr/>
        </p:nvSpPr>
        <p:spPr>
          <a:xfrm>
            <a:off x="3246120" y="2423160"/>
            <a:ext cx="265176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5A3418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383280" y="25420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1" descr="Galer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2660904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3959352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3959352" y="2788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galeri.html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3429000" y="312724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foto produk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tiap produk</a:t>
            </a:r>
            <a:endParaRPr lang="en-US" sz="1100" dirty="0"/>
          </a:p>
        </p:txBody>
      </p:sp>
      <p:sp>
        <p:nvSpPr>
          <p:cNvPr id="23" name="Kartu Menu &amp; Harga"/>
          <p:cNvSpPr/>
          <p:nvPr/>
        </p:nvSpPr>
        <p:spPr>
          <a:xfrm>
            <a:off x="6035040" y="2423160"/>
            <a:ext cx="265176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5A3418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172200" y="25420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2" descr="Menu &amp; Harg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2660904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748272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&amp; Harga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6748272" y="2788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data.html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6217920" y="312724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produk (5 item)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paket oleh-oleh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harga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457200" y="4279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navigasi di header (sticky) menghubungkan keempat halaman dari mana saja. Folder: assets/ (css/style.css, images/, fonts/).</a:t>
            </a:r>
            <a:endParaRPr lang="en-US" sz="11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Pembagian Tugas</a:t>
            </a:r>
            <a:endParaRPr lang="en-US" sz="2800" dirty="0"/>
          </a:p>
        </p:txBody>
      </p:sp>
      <p:sp>
        <p:nvSpPr>
          <p:cNvPr id="3" name="Baris 1"/>
          <p:cNvSpPr/>
          <p:nvPr/>
        </p:nvSpPr>
        <p:spPr>
          <a:xfrm>
            <a:off x="457200" y="109728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5A3418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17957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79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0972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Koordinator / Integrator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10972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struktur folder; menyatukan halaman, link, dan README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0972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[Khaira]</a:t>
            </a:r>
            <a:endParaRPr lang="en-US" sz="1100" dirty="0"/>
          </a:p>
        </p:txBody>
      </p:sp>
      <p:sp>
        <p:nvSpPr>
          <p:cNvPr id="9" name="Baris 2"/>
          <p:cNvSpPr/>
          <p:nvPr/>
        </p:nvSpPr>
        <p:spPr>
          <a:xfrm>
            <a:off x="457200" y="1773936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5A341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85623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77393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Content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77393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halaman, heading, teks, list, tabel, formulir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177393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[Adel]</a:t>
            </a:r>
            <a:endParaRPr lang="en-US" sz="1100" dirty="0"/>
          </a:p>
        </p:txBody>
      </p:sp>
      <p:sp>
        <p:nvSpPr>
          <p:cNvPr id="15" name="Baris 3"/>
          <p:cNvSpPr/>
          <p:nvPr/>
        </p:nvSpPr>
        <p:spPr>
          <a:xfrm>
            <a:off x="457200" y="2450592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5A341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53288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532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4505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Data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245059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produk, alt text, daftar menu, dan harga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245059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[Ayu]</a:t>
            </a:r>
            <a:endParaRPr lang="en-US" sz="1100" dirty="0"/>
          </a:p>
        </p:txBody>
      </p:sp>
      <p:sp>
        <p:nvSpPr>
          <p:cNvPr id="21" name="Baris 4"/>
          <p:cNvSpPr/>
          <p:nvPr/>
        </p:nvSpPr>
        <p:spPr>
          <a:xfrm>
            <a:off x="457200" y="3127248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5A3418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3209544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209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1272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&amp; Layout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520440" y="312724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style.css, box model, Flexbox, tata letak, dan responsive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312724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100" i="1" dirty="0" err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Ardhelia</a:t>
            </a:r>
            <a:r>
              <a:rPr lang="en-US" sz="11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100" dirty="0"/>
          </a:p>
        </p:txBody>
      </p:sp>
      <p:sp>
        <p:nvSpPr>
          <p:cNvPr id="27" name="Baris 5"/>
          <p:cNvSpPr/>
          <p:nvPr/>
        </p:nvSpPr>
        <p:spPr>
          <a:xfrm>
            <a:off x="457200" y="3803904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5A3418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" y="388620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380390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Presenter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520440" y="380390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link/path/responsive, pengecekan akhir, dan presentasi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380390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[Laras]</a:t>
            </a:r>
            <a:endParaRPr lang="en-US" sz="11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Fitur HTML &amp; CSS</a:t>
            </a:r>
            <a:endParaRPr lang="en-US" sz="2800" dirty="0"/>
          </a:p>
        </p:txBody>
      </p:sp>
      <p:sp>
        <p:nvSpPr>
          <p:cNvPr id="3" name="Kartu HTML5"/>
          <p:cNvSpPr/>
          <p:nvPr/>
        </p:nvSpPr>
        <p:spPr>
          <a:xfrm>
            <a:off x="457200" y="1097280"/>
            <a:ext cx="402336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5A3418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mage 0" descr="HTML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716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7452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semantik: header, nav, main, section, footer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halaman terhubung lewat menu navigasi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dengan caption, thead, dan tbody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Formulir kontak: label, input email, required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ber-alt text, link tel: dan Instagram</a:t>
            </a:r>
            <a:endParaRPr lang="en-US" sz="1350" dirty="0"/>
          </a:p>
        </p:txBody>
      </p:sp>
      <p:sp>
        <p:nvSpPr>
          <p:cNvPr id="8" name="Kartu CSS3"/>
          <p:cNvSpPr/>
          <p:nvPr/>
        </p:nvSpPr>
        <p:spPr>
          <a:xfrm>
            <a:off x="4663440" y="1097280"/>
            <a:ext cx="402336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5A3418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23444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mage 1" descr="CSS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3716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87452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warna dan font lewat :root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letak fleksibel dengan Flexbox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sticky dan hero dengan overlay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 hover dan transition pada kartu dan tombol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Box-shadow, border-radius, dan object-fit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Bootstrap, Tailwind, JavaScript, CMS, atau template siap pakai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Cuplikan Kode CSS</a:t>
            </a:r>
            <a:endParaRPr lang="en-US" sz="2800" dirty="0"/>
          </a:p>
        </p:txBody>
      </p:sp>
      <p:sp>
        <p:nvSpPr>
          <p:cNvPr id="3" name="Panel Kode"/>
          <p:cNvSpPr/>
          <p:nvPr/>
        </p:nvSpPr>
        <p:spPr>
          <a:xfrm>
            <a:off x="457200" y="1097280"/>
            <a:ext cx="4572000" cy="3383280"/>
          </a:xfrm>
          <a:prstGeom prst="roundRect">
            <a:avLst>
              <a:gd name="adj" fmla="val 216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161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assets/css/style.css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72768"/>
            <a:ext cx="4206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.kartu-grup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flex-wrap: wrap;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24px;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900px)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 { flex-direction: column;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560px)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.hero-overlay h1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font-size: 26px;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Kartu Box Model"/>
          <p:cNvSpPr/>
          <p:nvPr/>
        </p:nvSpPr>
        <p:spPr>
          <a:xfrm>
            <a:off x="5257800" y="1097280"/>
            <a:ext cx="34290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5A3418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40680" y="117043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14264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Margin, padding, dan border diatur konsisten di setiap komponen.</a:t>
            </a:r>
            <a:endParaRPr lang="en-US" sz="1050" dirty="0"/>
          </a:p>
        </p:txBody>
      </p:sp>
      <p:sp>
        <p:nvSpPr>
          <p:cNvPr id="9" name="Kartu Flexbox"/>
          <p:cNvSpPr/>
          <p:nvPr/>
        </p:nvSpPr>
        <p:spPr>
          <a:xfrm>
            <a:off x="5257800" y="1965960"/>
            <a:ext cx="34290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5A3418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440680" y="203911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22951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Kartu keunggulan, galeri produk, dan grid peran disusun dengan display: flex.</a:t>
            </a:r>
            <a:endParaRPr lang="en-US" sz="1050" dirty="0"/>
          </a:p>
        </p:txBody>
      </p:sp>
      <p:sp>
        <p:nvSpPr>
          <p:cNvPr id="12" name="Kartu Custom Properties"/>
          <p:cNvSpPr/>
          <p:nvPr/>
        </p:nvSpPr>
        <p:spPr>
          <a:xfrm>
            <a:off x="5257800" y="2834640"/>
            <a:ext cx="34290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5A3418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440680" y="290779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Properties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316382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warna (:root) menjaga konsistensi palet cokelat-oranye.</a:t>
            </a:r>
            <a:endParaRPr lang="en-US" sz="1050" dirty="0"/>
          </a:p>
        </p:txBody>
      </p:sp>
      <p:sp>
        <p:nvSpPr>
          <p:cNvPr id="15" name="Kartu Typography"/>
          <p:cNvSpPr/>
          <p:nvPr/>
        </p:nvSpPr>
        <p:spPr>
          <a:xfrm>
            <a:off x="5257800" y="3703320"/>
            <a:ext cx="34290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5A3418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440680" y="377647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40325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judul (serif) dan font teks (sans-serif) yang mudah dibaca.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Tampilan Responsive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Diuji pada tiga ukuran layar menggunakan media query, tanpa framework CSS tambahan.</a:t>
            </a:r>
            <a:endParaRPr lang="en-US" sz="1200" dirty="0"/>
          </a:p>
        </p:txBody>
      </p:sp>
      <p:sp>
        <p:nvSpPr>
          <p:cNvPr id="4" name="Bingkai Desktop"/>
          <p:cNvSpPr/>
          <p:nvPr/>
        </p:nvSpPr>
        <p:spPr>
          <a:xfrm>
            <a:off x="566928" y="1289304"/>
            <a:ext cx="3803904" cy="240487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5A3418">
                <a:alpha val="25000"/>
              </a:srgbClr>
            </a:outerShdw>
          </a:effectLst>
        </p:spPr>
      </p:sp>
      <p:pic>
        <p:nvPicPr>
          <p:cNvPr id="5" name="Screenshot Desktop" descr="Screenshot website tampilan Deskt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325880"/>
            <a:ext cx="3730752" cy="2331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840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900 px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sejajar dengan logo, kartu tampil berdampingan (grid 3 kolom)</a:t>
            </a:r>
            <a:endParaRPr lang="en-US" sz="1400" dirty="0"/>
          </a:p>
        </p:txBody>
      </p:sp>
      <p:sp>
        <p:nvSpPr>
          <p:cNvPr id="7" name="Bingkai Tablet"/>
          <p:cNvSpPr/>
          <p:nvPr/>
        </p:nvSpPr>
        <p:spPr>
          <a:xfrm>
            <a:off x="4731090" y="1289304"/>
            <a:ext cx="1693500" cy="240487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5A3418">
                <a:alpha val="25000"/>
              </a:srgbClr>
            </a:outerShdw>
          </a:effectLst>
        </p:spPr>
      </p:sp>
      <p:pic>
        <p:nvPicPr>
          <p:cNvPr id="8" name="Screenshot Tablet" descr="Screenshot website tampilan Tabl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7666" y="1325880"/>
            <a:ext cx="1620348" cy="23317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0" y="38404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≤ 900 px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menumpuk di tengah, profil jadi satu kolom</a:t>
            </a:r>
            <a:endParaRPr lang="en-US" sz="1400" dirty="0"/>
          </a:p>
        </p:txBody>
      </p:sp>
      <p:sp>
        <p:nvSpPr>
          <p:cNvPr id="10" name="Bingkai Mobile"/>
          <p:cNvSpPr/>
          <p:nvPr/>
        </p:nvSpPr>
        <p:spPr>
          <a:xfrm>
            <a:off x="7197097" y="1289304"/>
            <a:ext cx="1150606" cy="240487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5A3418">
                <a:alpha val="25000"/>
              </a:srgbClr>
            </a:outerShdw>
          </a:effectLst>
        </p:spPr>
      </p:sp>
      <p:pic>
        <p:nvPicPr>
          <p:cNvPr id="11" name="Screenshot Mobile" descr="Screenshot website tampilan Mobi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3673" y="1325880"/>
            <a:ext cx="1077454" cy="23317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766560" y="38404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≤ 560 px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lebih pendek; teks, menu, dan foto tabel mengecil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Responsive: Aturan &amp; Teknik</a:t>
            </a:r>
            <a:endParaRPr lang="en-US" sz="2800" dirty="0"/>
          </a:p>
        </p:txBody>
      </p:sp>
      <p:sp>
        <p:nvSpPr>
          <p:cNvPr id="3" name="Aturan Desktop"/>
          <p:cNvSpPr/>
          <p:nvPr/>
        </p:nvSpPr>
        <p:spPr>
          <a:xfrm>
            <a:off x="457200" y="1097280"/>
            <a:ext cx="457200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5A3418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900 px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097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sejajar dengan logo, kartu tampil berdampingan</a:t>
            </a:r>
            <a:endParaRPr lang="en-US" sz="1150" dirty="0"/>
          </a:p>
        </p:txBody>
      </p:sp>
      <p:sp>
        <p:nvSpPr>
          <p:cNvPr id="7" name="Aturan Tablet"/>
          <p:cNvSpPr/>
          <p:nvPr/>
        </p:nvSpPr>
        <p:spPr>
          <a:xfrm>
            <a:off x="457200" y="1947672"/>
            <a:ext cx="457200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5A3418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2039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317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900 px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19476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menumpuk di tengah, profil jadi satu kolom</a:t>
            </a:r>
            <a:endParaRPr lang="en-US" sz="1150" dirty="0"/>
          </a:p>
        </p:txBody>
      </p:sp>
      <p:sp>
        <p:nvSpPr>
          <p:cNvPr id="11" name="Aturan Mobile"/>
          <p:cNvSpPr/>
          <p:nvPr/>
        </p:nvSpPr>
        <p:spPr>
          <a:xfrm>
            <a:off x="457200" y="2798064"/>
            <a:ext cx="457200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5A3418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28895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1821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560 px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279806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lebih pendek, teks, menu, dan foto tabel mengecil</a:t>
            </a:r>
            <a:endParaRPr lang="en-US" sz="1150" dirty="0"/>
          </a:p>
        </p:txBody>
      </p:sp>
      <p:sp>
        <p:nvSpPr>
          <p:cNvPr id="15" name="Aturan Teknik"/>
          <p:cNvSpPr/>
          <p:nvPr/>
        </p:nvSpPr>
        <p:spPr>
          <a:xfrm>
            <a:off x="457200" y="3648456"/>
            <a:ext cx="457200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5A3418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37398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0325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64845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viewport, flex-wrap, gambar max-width 100%, tabel scroll</a:t>
            </a:r>
            <a:endParaRPr lang="en-US" sz="1150" dirty="0"/>
          </a:p>
        </p:txBody>
      </p:sp>
      <p:pic>
        <p:nvPicPr>
          <p:cNvPr id="19" name="Mobile Beranda" descr="Tampilan mobile halaman Beran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097280"/>
            <a:ext cx="1618488" cy="316382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257800" y="431596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Beranda</a:t>
            </a:r>
            <a:endParaRPr lang="en-US" sz="1100" dirty="0"/>
          </a:p>
        </p:txBody>
      </p:sp>
      <p:pic>
        <p:nvPicPr>
          <p:cNvPr id="21" name="Mobile Menu &amp; Harga" descr="Tampilan mobile halaman Menu &amp; Harg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097280"/>
            <a:ext cx="1618488" cy="316382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040880" y="431596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&amp; Harga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Hasil Akhir Website</a:t>
            </a:r>
            <a:endParaRPr lang="en-US" sz="2800" dirty="0"/>
          </a:p>
        </p:txBody>
      </p:sp>
      <p:pic>
        <p:nvPicPr>
          <p:cNvPr id="3" name="Hasil Beranda" descr="Halaman Beran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2194560" cy="1371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788920" y="1234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Beranda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788920" y="1554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keunggulan, dan formulir kontak</a:t>
            </a:r>
            <a:endParaRPr lang="en-US" sz="1150" dirty="0"/>
          </a:p>
        </p:txBody>
      </p:sp>
      <p:pic>
        <p:nvPicPr>
          <p:cNvPr id="6" name="Hasil Profil" descr="Halaman Prof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051560"/>
            <a:ext cx="2194560" cy="1371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040880" y="1234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040880" y="1554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Cerita usaha, visi misi, proses produksi</a:t>
            </a:r>
            <a:endParaRPr lang="en-US" sz="1150" dirty="0"/>
          </a:p>
        </p:txBody>
      </p:sp>
      <p:pic>
        <p:nvPicPr>
          <p:cNvPr id="9" name="Hasil Galeri" descr="Halaman Galer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06040"/>
            <a:ext cx="2194560" cy="13716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788920" y="2788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2788920" y="31089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produk dengan foto dan deskripsi</a:t>
            </a:r>
            <a:endParaRPr lang="en-US" sz="1150" dirty="0"/>
          </a:p>
        </p:txBody>
      </p:sp>
      <p:pic>
        <p:nvPicPr>
          <p:cNvPr id="12" name="Hasil Menu &amp; Harga" descr="Halaman Menu &amp; Harg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2606040"/>
            <a:ext cx="2194560" cy="1371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040880" y="2788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&amp; Harga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7040880" y="31089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produk dan paket oleh-oleh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457200" y="4224528"/>
            <a:ext cx="822960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457200" y="42245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valid  •  Navigasi berfungsi  •  Konten lengkap  •  CSS terstruktur  •  Tampilan responsif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63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Terima Kasih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 Raos Bogor, Kelompok 9</a:t>
            </a:r>
            <a:endParaRPr lang="en-US" sz="1800" dirty="0"/>
          </a:p>
        </p:txBody>
      </p:sp>
      <p:pic>
        <p:nvPicPr>
          <p:cNvPr id="5" name="Image 0" descr="Foto produk olahan pala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0" y="411480"/>
            <a:ext cx="2377440" cy="1371600"/>
          </a:xfrm>
          <a:prstGeom prst="rect">
            <a:avLst/>
          </a:prstGeom>
        </p:spPr>
      </p:pic>
      <p:pic>
        <p:nvPicPr>
          <p:cNvPr id="6" name="Image 1" descr="Foto produk olahan pala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1920240"/>
            <a:ext cx="2377440" cy="1371600"/>
          </a:xfrm>
          <a:prstGeom prst="rect">
            <a:avLst/>
          </a:prstGeom>
        </p:spPr>
      </p:pic>
      <p:pic>
        <p:nvPicPr>
          <p:cNvPr id="7" name="Image 2" descr="Foto produk olahan pala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09360" y="3429000"/>
            <a:ext cx="237744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la Raos Bogor">
  <a:themeElements>
    <a:clrScheme name="Pala Raos Bogor">
      <a:dk1>
        <a:srgbClr val="2B1A0E"/>
      </a:dk1>
      <a:lt1>
        <a:srgbClr val="FFFFFF"/>
      </a:lt1>
      <a:dk2>
        <a:srgbClr val="5A3418"/>
      </a:dk2>
      <a:lt2>
        <a:srgbClr val="FDF6EE"/>
      </a:lt2>
      <a:accent1>
        <a:srgbClr val="C97B3D"/>
      </a:accent1>
      <a:accent2>
        <a:srgbClr val="8A4B2F"/>
      </a:accent2>
      <a:accent3>
        <a:srgbClr val="F1DCC3"/>
      </a:accent3>
      <a:accent4>
        <a:srgbClr val="5A3418"/>
      </a:accent4>
      <a:accent5>
        <a:srgbClr val="B5651D"/>
      </a:accent5>
      <a:accent6>
        <a:srgbClr val="6B7F3A"/>
      </a:accent6>
      <a:hlink>
        <a:srgbClr val="8A4B2F"/>
      </a:hlink>
      <a:folHlink>
        <a:srgbClr val="5A3418"/>
      </a:folHlink>
    </a:clrScheme>
    <a:fontScheme name="Pala Raos Bogor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951</Words>
  <Application>Microsoft Office PowerPoint</Application>
  <PresentationFormat>On-screen Show (16:9)</PresentationFormat>
  <Paragraphs>166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Pala Raos Bogor</vt:lpstr>
      <vt:lpstr>Pala Raos Bogor</vt:lpstr>
      <vt:lpstr>Tema: UMKM Olahan Pala Bogor</vt:lpstr>
      <vt:lpstr>Sitemap Website</vt:lpstr>
      <vt:lpstr>Pembagian Tugas</vt:lpstr>
      <vt:lpstr>Fitur HTML &amp; CSS</vt:lpstr>
      <vt:lpstr>Cuplikan Kode CSS</vt:lpstr>
      <vt:lpstr>Tampilan Responsive</vt:lpstr>
      <vt:lpstr>Responsive: Aturan &amp; Teknik</vt:lpstr>
      <vt:lpstr>Hasil Akhir Website</vt:lpstr>
      <vt:lpstr>Terima Kasih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Pala Raos Bogor - Presentasi Gabungan Kelompok 9</dc:title>
  <dc:subject>PptxGenJS Presentation</dc:subject>
  <dc:creator>Kelompok 9</dc:creator>
  <cp:lastModifiedBy>ayu arimbi</cp:lastModifiedBy>
  <cp:revision>2</cp:revision>
  <dcterms:created xsi:type="dcterms:W3CDTF">2026-10-14T01:53:25Z</dcterms:created>
  <dcterms:modified xsi:type="dcterms:W3CDTF">2026-10-14T05:08:01Z</dcterms:modified>
</cp:coreProperties>
</file>